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📊 DataPulse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</a:defRPr>
            </a:pPr>
            <a:r>
              <a:t>Web-Based Data 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A No-Code, AI-Powered Analytics Platform for 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029200"/>
            <a:ext cx="2103120" cy="36576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Capstone Project  •  Rupayan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18288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🔒  Skills Barrier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Data analysis requires Python, R, or SQL — excluding 80% of domain professionals.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4937760" cy="18288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💰  Cost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Enterprise tools (Tableau, Power BI) cost $70–150/user/month — prohibitive for SMBs &amp;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4937760" cy="18288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☁️  Privacy Concerns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Cloud-based platforms require uploading sensitive data to third-party 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4937760" cy="18288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🧩  Fragmented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754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Users juggle Excel, Jupyter, ChatGPT, and BI tools — no single unified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Our Solution — DataPulse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</a:defRPr>
            </a:pPr>
            <a:r>
              <a:t>A self-contained, browser-based analytics dashboard that lets anyone upload data and get instant insights — no code, no cloud, no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560320" cy="22860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📂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Drag &amp; drop CSV/Excel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926080"/>
            <a:ext cx="2560320" cy="22860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🧹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Handle nulls, filter, rename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2560320" cy="22860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📈 Visualize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Interactive Plotly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926080"/>
            <a:ext cx="2560320" cy="22860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🤖 AI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Ask questions in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</a:defRPr>
            </a:pPr>
            <a:r>
              <a:t>✅ Runs 100% locally  •  Zero data leaves the device  •  Free &amp; open-source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77724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Frontend /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Streamlit + Custom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200400" cy="77724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Data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Pandas, NumPy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3200400" cy="77724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Plotly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26280"/>
            <a:ext cx="3200400" cy="77724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AI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PandasAI + Ollama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3200400" cy="77724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Packaging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uv + pyproject.toml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645920"/>
            <a:ext cx="6400800" cy="44805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B6D4"/>
                </a:solidFill>
                <a:latin typeface="Consolas"/>
              </a:defRPr>
            </a:pPr>
            <a:r>
              <a:t>┌─────────────┐      ┌──────────────────┐      ┌────────────┐</a:t>
            </a:r>
            <a:br/>
            <a:r>
              <a:t>│ CSV / XLSX   │─────▶│   Streamlit App   │─────▶│  Plotly     │</a:t>
            </a:r>
            <a:br/>
            <a:r>
              <a:t>│ File Upload  │      │   (app.py)        │      │  Charts    │</a:t>
            </a:r>
            <a:br/>
            <a:r>
              <a:t>└─────────────┘      │                    │      └────────────┘</a:t>
            </a:r>
            <a:br/>
            <a:r>
              <a:t>                      │  ┌──────────────┐  │</a:t>
            </a:r>
            <a:br/>
            <a:r>
              <a:t>                      │  │ Pandas/NumPy │  │</a:t>
            </a:r>
            <a:br/>
            <a:r>
              <a:t>                      │  └──────────────┘  │</a:t>
            </a:r>
            <a:br/>
            <a:r>
              <a:t>                      │  ┌──────────────┐  │      ┌────────────┐</a:t>
            </a:r>
            <a:br/>
            <a:r>
              <a:t>                      │  │  PandasAI    │──┼─────▶│ Ollama LLM │</a:t>
            </a:r>
            <a:br/>
            <a:r>
              <a:t>                      │  │  Agent       │  │      │ (local)    │</a:t>
            </a:r>
            <a:br/>
            <a:r>
              <a:t>                      │  └──────────────┘  │      └────────────┘</a:t>
            </a:r>
            <a:br/>
            <a:r>
              <a:t>                      └──────────────────┘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Module 1 — Home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972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Total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645920"/>
            <a:ext cx="2468880" cy="10972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19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Total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19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468880" cy="10972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Numeric 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645920"/>
            <a:ext cx="2468880" cy="10972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194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515600" cy="32004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📋 Full interactive data preview (scrollable table)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📊 Summary statistics (mean, std, min, max, quartiles)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🥧 Data composition pie chart (grouped by category)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🔥 Correlation heatmap across all numeric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Module 2 — Data Analytics &amp; Cleaning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Handle Missing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Drop rows, fill with Mean / Median / Mode / Std / Forward Fill / Back Fill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Groupwise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Select column → pick category values → filter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Range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Select numeric column → set min/max bounds → slice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1546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Rename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Select any column → type new name →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Statistical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One-click .describe() across all numeric 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754880"/>
            <a:ext cx="5029200" cy="13258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⏪ Undo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492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Revert last transformation with a single 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Module 3 — Data Visualization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5603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📊 Bar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Compare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X-axis + Y-axis + Color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5603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📈 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Trends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Markers + Color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25603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⚬ Scatter 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X vs Y + Color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25603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🥧 Pie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</a:defRPr>
            </a:pPr>
            <a:r>
              <a:t>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17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Labels +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515600" cy="182880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✅ All charts are fully interactive (hover, zoom, pan, download as PNG)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✅ Color-by-category option on every chart type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✅ Built with Plotly Express — publication-quality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Module 4 — AI-Powered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</a:defRPr>
            </a:pPr>
            <a:r>
              <a:t>Natural language interface powered by PandasAI + Ollama (local LLM, no cloud).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Run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Statistical insights &amp; correlations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Fix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Auto-clean nulls, duplicates,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Pivot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Multi-dimensional aggregation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1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Dashboard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Auto-generate full chart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749039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8861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Trend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Time-series trend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49039"/>
            <a:ext cx="3383280" cy="118872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861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Linear regression /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515600" cy="10972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💬 Free-form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43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Users can also type any question — e.g. "What is the average sales by region?" — and get instant AI-generated answers.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Business Perspective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0116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🎯 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SMBs, students, researchers,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journalists, non-tech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029200" cy="20116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</a:defRPr>
            </a:pPr>
            <a:r>
              <a:t>💡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Zero cost, zero code, zero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— instant analytics from any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029200" cy="20116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🔐 Privacy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All data stays on-device.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No API keys, no uploads.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029200" cy="201168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📈 Market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Self-service BI market: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29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$14.2B → $23.1B by 2028 (CAGR 10%)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1E2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DataPulse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Tableau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ChatGPT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515600" cy="5943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No-code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Interactive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0515600" cy="5943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AI / NL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Data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343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37760"/>
            <a:ext cx="10515600" cy="5943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100% Local / Private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Free &amp; Open 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</a:defRPr>
            </a:pPr>
            <a:r>
              <a:t>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48640" cy="457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8229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☁️ Cloud LLM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OpenAI / NVIDIA NIM integration for users without local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8229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📄 PDF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Export cleaned data, charts, and AI reports as downloadable PDFs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🔗 Multi-file Joins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57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Upload multiple datasets and perform SQL-like joins &amp; merges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515600" cy="8229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👥 Auth &amp;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663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User login, saved analysis history, shareable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515600" cy="822960"/>
          </a:xfrm>
          <a:prstGeom prst="roundRect">
            <a:avLst/>
          </a:prstGeom>
          <a:solidFill>
            <a:srgbClr val="1A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🌐 Cloud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6692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One-click deploy to Streamlit Community Cloud or AWS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</a:defRPr>
            </a:pPr>
            <a:r>
              <a:t>📊 DataPulse — Web-Based Data Analysis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206240"/>
            <a:ext cx="2103120" cy="36576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Rupayan  •  github.com/imrupayan/Web-based-DataAnalysis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